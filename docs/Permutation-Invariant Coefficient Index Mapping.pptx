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AA2A7-F6FF-9FCE-823F-2A3F59934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D0D4C-FE6F-1125-A77A-9CB005F65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A69DA-F89C-DD5B-E6AA-D67C241E4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7E24-2D09-4454-9940-82F97932AFC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5B8A3-3EBF-8B4E-5ED8-C3404A3BB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15A2F-B20E-76F3-7425-4080FD8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A3F0-44C3-411F-9BDC-95BD9BA5A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38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8A98-A1D6-7558-1F49-AFD20E577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EC260-504B-A95D-73DC-DF0FFE9C7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C78F3-86E1-931F-229B-1F5DEF17C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7E24-2D09-4454-9940-82F97932AFC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CCB81-E7E0-B16C-0A34-043AC007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4C9C0-BBFD-6427-E92B-84245849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A3F0-44C3-411F-9BDC-95BD9BA5A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03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9C05-AE41-5418-1F3B-15306879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D4F20-99D0-553B-9D06-1A6532F96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40058-07C1-0498-70AB-A68B0D4AA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7E24-2D09-4454-9940-82F97932AFC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FF2A9-581A-B13A-DA64-0AD43DD9F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CBA91-596A-A4A2-DD28-EBE4D9C94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A3F0-44C3-411F-9BDC-95BD9BA5A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55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F1E7A-E968-186F-3A7B-C1964D3A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AAB77-FF5B-119B-C640-DAF060C2F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A3159-EE18-4DBF-ADE5-5AEBD7FCA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4F41C-803B-33F3-DAFE-002736732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7E24-2D09-4454-9940-82F97932AFC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1F772-1124-DEC0-8886-E4208E73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1DD9F-65E1-F7EA-4EC3-74E4B295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A3F0-44C3-411F-9BDC-95BD9BA5A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32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EB0A-AD82-4158-4C3F-0BAF1F14D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EA9E3-5152-8C37-EDC7-6846C7B82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5FC7E-9F3A-2656-F326-783218F34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E6C9D-97AC-9F20-53CC-F9EE1B177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CF305-92DE-AA06-D527-85467670F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16B9F7-C5F0-26B1-FAAD-B2219D6BE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7E24-2D09-4454-9940-82F97932AFC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538064-6C42-F82E-D3A9-2495E836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E5394-2199-D328-966D-A6036F6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A3F0-44C3-411F-9BDC-95BD9BA5A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1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D619A-5601-8E8B-F642-DB39D36F3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692C9-1EB5-FFDB-6C09-82E7CCF6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7E24-2D09-4454-9940-82F97932AFC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840CD-65AE-98AD-41BA-5D04AD08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B0699-62A5-EE75-F59D-84238F3F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A3F0-44C3-411F-9BDC-95BD9BA5A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3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93512-29CC-8562-AA58-69E087BDC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7E24-2D09-4454-9940-82F97932AFC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3D80A-98FE-8898-51FF-05059733E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93D1A-9B7A-AB68-65C3-7B024167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A3F0-44C3-411F-9BDC-95BD9BA5A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10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97C5-7880-3EF5-8A0E-63894D706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569EC-175B-D128-B107-0D34BB4B2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3799C-F8E7-E40B-03FC-ACC946BFB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6A17C-38C4-212D-99D6-42385CC3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7E24-2D09-4454-9940-82F97932AFC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82E11-B1EA-51EF-9D3C-2DB24A1F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FE449-D64F-7E43-DC0A-A42A525A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A3F0-44C3-411F-9BDC-95BD9BA5A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0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DA66-4687-208F-2F12-353091511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89DD1-91B1-1890-6C60-15F4151634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E1A2A-7385-9907-E65A-12DC094CB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A0463-D0F0-82AA-9369-E36DEC7D6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7E24-2D09-4454-9940-82F97932AFC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2951E-418D-9131-24F6-6A412877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09DF3-8A89-BDD2-EF41-20F91CB6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A3F0-44C3-411F-9BDC-95BD9BA5A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8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49F98-759C-93C0-876E-A82E877B3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3D7005-B3D8-52B7-DDA4-82218652A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9CD4F-72DA-907D-CD43-974FF2CA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7E24-2D09-4454-9940-82F97932AFC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25DDA-F9FC-3384-2983-BE074EAA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5AE92-3C7E-367E-0E7C-9B397D2C3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A3F0-44C3-411F-9BDC-95BD9BA5A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8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445E94-244E-6D8C-5542-DC692E77F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118B4-A723-7316-FF79-DC4CF357B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3D462-BFE9-8A76-4C88-C4AC364F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7E24-2D09-4454-9940-82F97932AFC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58484-448C-3B05-48D5-1F5EED11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E27A5-D266-9BB0-B177-B9CD7ADA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A3F0-44C3-411F-9BDC-95BD9BA5A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643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B556B-8E87-DC90-7253-9BDAE2924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2EDCA-0A80-4F1E-98AB-0498250C7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B1386-FEAF-82B7-8CEE-9D2AFAC03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E37E24-2D09-4454-9940-82F97932AFC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6020-CBA3-1048-DC01-5EAFD395E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0265F-5AE9-7A80-B084-8FCC1AEFB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9A3F0-44C3-411F-9BDC-95BD9BA5A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9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555C6-22D4-F10C-7C3A-ABDFF9514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anchor="ctr">
            <a:normAutofit/>
          </a:bodyPr>
          <a:lstStyle/>
          <a:p>
            <a:r>
              <a:rPr lang="en-US" sz="6600"/>
              <a:t>Permutation-Invariant Coefficient Index Mapping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17A7E-AE5F-E5BC-ACBA-9DE1852E2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5938" y="4529579"/>
            <a:ext cx="7274233" cy="1011080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 method for linearizing n-dimensional sets of coefficients while avoiding duplication due to permutation</a:t>
            </a:r>
          </a:p>
        </p:txBody>
      </p:sp>
    </p:spTree>
    <p:extLst>
      <p:ext uri="{BB962C8B-B14F-4D97-AF65-F5344CB8AC3E}">
        <p14:creationId xmlns:p14="http://schemas.microsoft.com/office/powerpoint/2010/main" val="328589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7DEAA2-A96E-3C54-1FDD-CE6F611A4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Overview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0F19C5-C925-5DA7-9779-86771EE65101}"/>
                  </a:ext>
                </a:extLst>
              </p:cNvPr>
              <p:cNvSpPr txBox="1"/>
              <p:nvPr/>
            </p:nvSpPr>
            <p:spPr>
              <a:xfrm>
                <a:off x="793660" y="2599509"/>
                <a:ext cx="10143668" cy="343553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/>
                  <a:t>Goal: to map a set of coefficients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</m:oMath>
                </a14:m>
                <a:r>
                  <a:rPr lang="en-US" sz="2400"/>
                  <a:t> to a linear index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/>
                  <a:t> such that the mapping is permutation invariant, that is,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0 0,1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</m:oMath>
                </a14:m>
                <a:r>
                  <a:rPr lang="en-US" sz="240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0 1,0</m:t>
                        </m:r>
                      </m:sub>
                    </m:sSub>
                  </m:oMath>
                </a14:m>
                <a:r>
                  <a:rPr lang="en-US" sz="2400"/>
                  <a:t>, and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1 0,0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</m:oMath>
                </a14:m>
                <a:r>
                  <a:rPr lang="en-US" sz="2400"/>
                  <a:t> all map to the same value. Here the indices </a:t>
                </a:r>
                <a:r>
                  <a:rPr lang="en-US" sz="2400" i="1"/>
                  <a:t>a, b, c…n </a:t>
                </a:r>
                <a:r>
                  <a:rPr lang="en-US" sz="2400"/>
                  <a:t>represent the orders of Chebyshev polynomials.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/>
                  <a:t> represents the set of atoms that are present in the system.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0F19C5-C925-5DA7-9779-86771EE65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60" y="2599509"/>
                <a:ext cx="10143668" cy="3435531"/>
              </a:xfrm>
              <a:prstGeom prst="rect">
                <a:avLst/>
              </a:prstGeom>
              <a:blipFill>
                <a:blip r:embed="rId2"/>
                <a:stretch>
                  <a:fillRect l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45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8C6F-9945-DE96-A53F-5F001CF0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Permutation invariance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514E1-19B2-98EC-DB67-28409AE519EF}"/>
              </a:ext>
            </a:extLst>
          </p:cNvPr>
          <p:cNvSpPr txBox="1"/>
          <p:nvPr/>
        </p:nvSpPr>
        <p:spPr>
          <a:xfrm>
            <a:off x="838200" y="1596325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specific atom combination has a set of coefficients for each Chebyshev polynomial that is permutation invariant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Additionally, the set of atoms represented in a system is also permutation invariant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ensure locality, these two sets must be combined in a way that that the sets of coefficients for a given set of atoms will remain together in memory</a:t>
            </a:r>
          </a:p>
        </p:txBody>
      </p:sp>
      <p:pic>
        <p:nvPicPr>
          <p:cNvPr id="5" name="Picture 4" descr="The text appears to be a sequence of repeated pairs of elements, likely representing a pattern or a data structure such as a matrix or a series of coordinates.&#10;&#10;AI-generated content may be incorrect.">
            <a:extLst>
              <a:ext uri="{FF2B5EF4-FFF2-40B4-BE49-F238E27FC236}">
                <a16:creationId xmlns:a16="http://schemas.microsoft.com/office/drawing/2014/main" id="{63E22AA7-9946-7075-6A00-7BA01236A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522" y="3705991"/>
            <a:ext cx="9546956" cy="1114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39678D-D3A9-72CD-C7BA-1FC5E97169BA}"/>
              </a:ext>
            </a:extLst>
          </p:cNvPr>
          <p:cNvSpPr txBox="1"/>
          <p:nvPr/>
        </p:nvSpPr>
        <p:spPr>
          <a:xfrm>
            <a:off x="838200" y="5490824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This ordering as a combination of two sets of permutation invariant indices is different than the ordering of a single set of six permutation invariant indices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CC4C8-C9CF-C449-B3BF-51319BD7037C}"/>
              </a:ext>
            </a:extLst>
          </p:cNvPr>
          <p:cNvSpPr txBox="1"/>
          <p:nvPr/>
        </p:nvSpPr>
        <p:spPr>
          <a:xfrm>
            <a:off x="3199377" y="3244334"/>
            <a:ext cx="5793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means the linear mapping will look like this:</a:t>
            </a:r>
          </a:p>
        </p:txBody>
      </p:sp>
    </p:spTree>
    <p:extLst>
      <p:ext uri="{BB962C8B-B14F-4D97-AF65-F5344CB8AC3E}">
        <p14:creationId xmlns:p14="http://schemas.microsoft.com/office/powerpoint/2010/main" val="208712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C68560-D154-0230-1A9E-E55970F0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A96BD-4262-1D17-8512-0B5452E5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Mapping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7B1CD-D4A7-5A0C-101F-6B55D1D0E969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Due to this ordering, the calculation of the index must be split into multiple sections. Since the coefficients are ordering in a single dimensional linear list C, for a given coefficient C[α] we can find its index α using α = N</a:t>
            </a:r>
            <a:r>
              <a:rPr lang="en-US" sz="2400" baseline="-25000"/>
              <a:t>c</a:t>
            </a:r>
            <a:r>
              <a:rPr lang="en-US" sz="2400"/>
              <a:t>i + j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N</a:t>
            </a:r>
            <a:r>
              <a:rPr lang="en-US" sz="2400" baseline="-25000"/>
              <a:t>c</a:t>
            </a:r>
            <a:r>
              <a:rPr lang="en-US" sz="2400"/>
              <a:t> is the number of coefficients per element combination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i is the specific element offset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j is the specific coefficient offset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695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8FA28D-FDB8-19B8-D963-5BA898E85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E54A8C-FF7E-DDF1-AE1E-C96DA61DF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Calculating N</a:t>
            </a:r>
            <a:r>
              <a:rPr lang="en-US" sz="4800" kern="1200" baseline="-25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A9AABD-BA18-A141-FFB2-36A8B7C02298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N</a:t>
            </a:r>
            <a:r>
              <a:rPr lang="en-US" sz="2000" baseline="-25000" dirty="0"/>
              <a:t>c</a:t>
            </a:r>
            <a:r>
              <a:rPr lang="en-US" sz="2000" dirty="0"/>
              <a:t> is given by the standard stars and bars method, which gives the number of ways to choose a non-decreasing sequence of length k from n distinct values (that is, the number of unique permutation invariant index tuples for each element)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o is the maximum order, and b choose 2 is the number of 2 body pairs (which equals the number of c indices)</a:t>
            </a:r>
          </a:p>
        </p:txBody>
      </p:sp>
      <p:pic>
        <p:nvPicPr>
          <p:cNvPr id="7" name="Picture 6" descr="The text appears to be a fragmented mathematical expression or equation involving variables and indices, but it lacks context or a clear visual reference to describe accurately.&#10;&#10;AI-generated content may be incorrect.">
            <a:extLst>
              <a:ext uri="{FF2B5EF4-FFF2-40B4-BE49-F238E27FC236}">
                <a16:creationId xmlns:a16="http://schemas.microsoft.com/office/drawing/2014/main" id="{4CA4C076-395C-ED67-F038-DAF42CB75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839" y="3958345"/>
            <a:ext cx="5211335" cy="7817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19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1ADB8-D6AE-51E6-9F1E-119BDE90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1166525-A659-76DF-921F-800FFE0C1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68D7E9-37AF-F1A7-0E4A-7D0BC669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Coefficient /Element </a:t>
            </a:r>
            <a:r>
              <a:rPr lang="en-US" sz="4800" dirty="0"/>
              <a:t>I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ndex Transformation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30D915-D89F-7A59-A83F-656875914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2FA576-CF46-8067-D973-FE991D1CC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900E81-9353-A3BF-671B-F747CF64F73B}"/>
              </a:ext>
            </a:extLst>
          </p:cNvPr>
          <p:cNvSpPr txBox="1"/>
          <p:nvPr/>
        </p:nvSpPr>
        <p:spPr>
          <a:xfrm>
            <a:off x="793661" y="2599509"/>
            <a:ext cx="9700460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To find </a:t>
            </a:r>
            <a:r>
              <a:rPr lang="en-US" sz="2000" dirty="0" err="1"/>
              <a:t>i</a:t>
            </a:r>
            <a:r>
              <a:rPr lang="en-US" sz="2000" dirty="0"/>
              <a:t> and j, the Coefficient indices and Element indices must be sorted and transformed into a strictly increasing set. This is because the </a:t>
            </a:r>
            <a:r>
              <a:rPr lang="en-US" sz="2000" dirty="0" err="1"/>
              <a:t>combinadic</a:t>
            </a:r>
            <a:r>
              <a:rPr lang="en-US" sz="2000" dirty="0"/>
              <a:t> representation of a set of indices can only guarantee a unique integer for each set if the set indices in the set are </a:t>
            </a:r>
            <a:r>
              <a:rPr lang="en-US" sz="2000" b="1" dirty="0"/>
              <a:t>strictly increasing </a:t>
            </a:r>
            <a:r>
              <a:rPr lang="en-US" sz="2000" dirty="0"/>
              <a:t>(the sorted permutation invariant sets are  only </a:t>
            </a:r>
            <a:r>
              <a:rPr lang="en-US" sz="2000" b="1" dirty="0"/>
              <a:t>non-decreasing</a:t>
            </a:r>
            <a:r>
              <a:rPr lang="en-US" sz="2000" dirty="0"/>
              <a:t>).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For an index [i1, i2, . . . , id] sorted in non-decreasing order, we convert to a strictly increasing index by adding [0, 1, 2, . . . , d − 1]: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E9F9C2-A14A-7D69-F1EA-FD8D2A297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provided text seems to be a sequence of indices or coordinates, possibly referring to an array or matrix in mathematical notation, but without a visual image, I can't describe it. If you have an image you'd like me to describe, please provide it.&#10;&#10;AI-generated content may be incorrect.">
            <a:extLst>
              <a:ext uri="{FF2B5EF4-FFF2-40B4-BE49-F238E27FC236}">
                <a16:creationId xmlns:a16="http://schemas.microsoft.com/office/drawing/2014/main" id="{D390E7CA-B3F8-FEE8-D528-9F1DBB9AC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135" y="5591033"/>
            <a:ext cx="6749512" cy="3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594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78D55-4CE2-C722-A735-08A255E90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57BB0-C752-7652-0994-C093D7D3C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5" y="3415754"/>
            <a:ext cx="9471956" cy="113711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Calculating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and j</a:t>
            </a:r>
          </a:p>
        </p:txBody>
      </p:sp>
      <p:pic>
        <p:nvPicPr>
          <p:cNvPr id="6" name="Picture 5" descr="The image depicts a mathematical equation where the sum of the terms (i+2) for i ranging from 1 to k, is set equal to N multiplied by Cd, followed by a series of additional terms denoted by '... + k=1'.&#10;&#10;AI-generated content may be incorrect.">
            <a:extLst>
              <a:ext uri="{FF2B5EF4-FFF2-40B4-BE49-F238E27FC236}">
                <a16:creationId xmlns:a16="http://schemas.microsoft.com/office/drawing/2014/main" id="{A9053BCF-1832-F385-C47E-F6EF16840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1480518"/>
            <a:ext cx="7745969" cy="14523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9F5372-1EA5-4FA9-2709-9F3CA9998EC2}"/>
              </a:ext>
            </a:extLst>
          </p:cNvPr>
          <p:cNvSpPr txBox="1"/>
          <p:nvPr/>
        </p:nvSpPr>
        <p:spPr>
          <a:xfrm>
            <a:off x="1289304" y="4612943"/>
            <a:ext cx="7745969" cy="14082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 err="1"/>
              <a:t>i</a:t>
            </a:r>
            <a:r>
              <a:rPr lang="en-US" sz="2000" dirty="0"/>
              <a:t> and j offsets can be recovered from the transformed sets of indices [c1, c2, . . . , cd] via the </a:t>
            </a:r>
            <a:r>
              <a:rPr lang="en-US" sz="2000" dirty="0" err="1"/>
              <a:t>combinadic</a:t>
            </a:r>
            <a:r>
              <a:rPr lang="en-US" sz="2000" dirty="0"/>
              <a:t> representation, where c1 &lt; c2 &lt; . . . cd.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Here, N is computed twice: once for the E indices with d equal to the number of atoms in the system, and c</a:t>
            </a:r>
            <a:r>
              <a:rPr lang="en-US" sz="2000" baseline="-25000" dirty="0"/>
              <a:t>k</a:t>
            </a:r>
            <a:r>
              <a:rPr lang="en-US" sz="2000" dirty="0"/>
              <a:t> coming from the transformed set of element indices (giving </a:t>
            </a:r>
            <a:r>
              <a:rPr lang="en-US" sz="2000" dirty="0" err="1"/>
              <a:t>i</a:t>
            </a:r>
            <a:r>
              <a:rPr lang="en-US" sz="2000" dirty="0"/>
              <a:t>), and once for the C indices with d equal to the number of 2-body pairs, and c</a:t>
            </a:r>
            <a:r>
              <a:rPr lang="en-US" sz="2000" baseline="-25000" dirty="0"/>
              <a:t>k</a:t>
            </a:r>
            <a:r>
              <a:rPr lang="en-US" sz="2000" dirty="0"/>
              <a:t> coming from the transformed set of coefficient indices (giving j).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71102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557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Permutation-Invariant Coefficient Index Mapping</vt:lpstr>
      <vt:lpstr>Overview</vt:lpstr>
      <vt:lpstr>Permutation invariance</vt:lpstr>
      <vt:lpstr>Mapping</vt:lpstr>
      <vt:lpstr>Calculating Nc</vt:lpstr>
      <vt:lpstr>Coefficient /Element Index Transformation</vt:lpstr>
      <vt:lpstr>Calculating i and 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 Alcorn</dc:creator>
  <cp:lastModifiedBy>Philip Alcorn</cp:lastModifiedBy>
  <cp:revision>1</cp:revision>
  <dcterms:created xsi:type="dcterms:W3CDTF">2026-06-02T16:16:26Z</dcterms:created>
  <dcterms:modified xsi:type="dcterms:W3CDTF">2026-06-02T18:30:11Z</dcterms:modified>
</cp:coreProperties>
</file>